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5"/>
  </p:normalViewPr>
  <p:slideViewPr>
    <p:cSldViewPr snapToGrid="0">
      <p:cViewPr varScale="1">
        <p:scale>
          <a:sx n="118" d="100"/>
          <a:sy n="118" d="100"/>
        </p:scale>
        <p:origin x="48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E05B-DC4F-7837-5336-5D6BB839C0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7BDE6E-E55B-2898-A5D1-90076BAE2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7E7B2-7A77-5754-2472-5819B8E4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866C3-A2F4-D2B9-553C-7B802363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2BACB-AACC-7325-5C5B-7EBB358F7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90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FD11F-6D4E-43D9-C7F3-0557C742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B20081-3B0E-3A2E-8A7B-4811A1010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ECE3E-2F9A-C7ED-436A-4DCCE2FA4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EBD9B-B6F9-0F23-C006-53954A6DA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B92D3C-8B48-B141-D21F-EBFC683E5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04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70985-1935-C92E-FD27-9AA4FA4E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58C7A-4697-A5CD-CC84-F059AFF30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49DE8-30C6-3185-D642-A84FC1CF9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FD3F6-2932-E0EB-CEB9-D5BF9265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C93EF-F6BA-9FA3-143A-5D5D4CEA9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436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7593-63EB-9D5D-E018-E45D43D1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95BD0-855B-3165-9272-D5562062AD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09DA9-479A-B725-A652-E2D046390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CBC22E-697E-3A56-D1C6-408E3CC87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A48D39-DF7E-B37B-783D-5688A734B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D2E3C2-D73D-FB29-5274-82BB935D4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8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39B84-150F-7F7F-2F95-8FB7C2519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15C3F-A072-B443-6C1A-7FE549415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06D0CB-3894-3AF0-854C-4D2B00381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2053E3-BA45-9628-59C7-503B2ABDAA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C945AE-D0DA-1386-C554-BC212C14D3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A2DB44-9261-E0BE-9929-5DC6E48E4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EF5651B-C92E-01C8-6D56-D3AC33DD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41AD8-1AF0-76F0-4E84-ABD62739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0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F7BFA-903A-D4EC-4168-126959B96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018256-828E-F147-F290-9E9EF3DC8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D42404-DC7E-B29A-0A90-FBBE5FB9D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D04EE9-BC6B-C51B-ACCC-436A69DC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156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69124-441C-A8EB-0CD3-11C4A7BD5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A27F62-44C5-0850-9B41-649BEA66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28B88-9C29-6421-1EB3-672FFB72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DFB6D-CDA3-F83A-8A20-5CE66A9D0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7829-0509-6E5E-2DC5-8072FA337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A7BBD1-56FC-77A2-DB1E-9463189EA4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BD5766-28EB-E076-0B89-F54738600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2B951-969E-1847-02CA-DEF5A250C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90F947-88B4-75EA-6AC2-12E70412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77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7C6B-36CF-8D16-B916-7352F8344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9EA66B-8F2E-C164-9A4C-6EABB343B9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A07B88-0AB2-6A97-22AA-B1BAE2882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16D34-D060-C8F0-1CD0-91D11795C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CBB57-9876-B6EB-9475-2FDD393A8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2EA24-179D-E4D9-B011-691206051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82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E0E76-26EC-4961-72FA-474297937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6896EE-BAE6-9C1B-84D0-0F9D0E74F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396A-57A7-DAC4-55AA-D560B00E3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1797BF-FD35-106B-DC28-8EB302CB0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F4A9DD-8358-42F6-63F6-AD3CF75E2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18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1065DF-75D7-2C88-6633-459B302715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4AA4FA-8A46-B0EF-0A7F-6C37B24BF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40878-6EEC-7E2E-1CF5-45521504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8B9BF-1A2C-B58E-AAD6-86C94830C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27D49-6F70-D355-926D-E21C26480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293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2344EF-5B1F-07FB-ABAB-3D1019382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8A2FA-B869-7983-2E6F-4B8599CA6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E2281-3F00-E4D7-1E57-514ACA56C4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739C8E-2026-A242-B858-CA3F14DB15D0}" type="datetimeFigureOut">
              <a:rPr lang="en-US" smtClean="0"/>
              <a:t>3/23/26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10F2-1730-6F16-E5E1-E5A945A2E6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C3DE31-A089-AF54-8EB3-5DB971AB6D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39822-5926-3846-A9EF-420B68F85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84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019E-1F43-D836-39AF-5FA710433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7800" y="181904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Week 8: Deep Learning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0029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9C2CD-E7A3-3684-BA07-989E1361B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Multi-Layer Perceptron (MLP)</a:t>
            </a:r>
          </a:p>
        </p:txBody>
      </p:sp>
      <p:pic>
        <p:nvPicPr>
          <p:cNvPr id="5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07E9ECD5-6347-749E-1B79-0949EE7A4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8528" y="1690688"/>
            <a:ext cx="69349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40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1E60DFB-AD20-7602-7E18-5434AECF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Non-linear activation function</a:t>
            </a:r>
          </a:p>
        </p:txBody>
      </p:sp>
      <p:pic>
        <p:nvPicPr>
          <p:cNvPr id="8" name="Picture 7" descr="A graph and function of a function&#10;&#10;AI-generated content may be incorrect.">
            <a:extLst>
              <a:ext uri="{FF2B5EF4-FFF2-40B4-BE49-F238E27FC236}">
                <a16:creationId xmlns:a16="http://schemas.microsoft.com/office/drawing/2014/main" id="{CD8F27E0-09C9-D780-DB1D-F90EC3A5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29" y="1421493"/>
            <a:ext cx="7670800" cy="4864100"/>
          </a:xfrm>
          <a:prstGeom prst="rect">
            <a:avLst/>
          </a:prstGeom>
        </p:spPr>
      </p:pic>
      <p:pic>
        <p:nvPicPr>
          <p:cNvPr id="6" name="Picture 5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ADDD766D-70D5-D6A5-F3D8-F86AD861D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678" y="1496106"/>
            <a:ext cx="5346700" cy="250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477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function&#10;&#10;AI-generated content may be incorrect.">
            <a:extLst>
              <a:ext uri="{FF2B5EF4-FFF2-40B4-BE49-F238E27FC236}">
                <a16:creationId xmlns:a16="http://schemas.microsoft.com/office/drawing/2014/main" id="{C9E5A16E-86EB-B983-2A9C-4952EF7188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569" y="160110"/>
            <a:ext cx="7796467" cy="5173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40A21F-7E7A-609C-CDAB-4E0B9A991700}"/>
              </a:ext>
            </a:extLst>
          </p:cNvPr>
          <p:cNvSpPr txBox="1"/>
          <p:nvPr/>
        </p:nvSpPr>
        <p:spPr>
          <a:xfrm>
            <a:off x="195942" y="5344886"/>
            <a:ext cx="81751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Activation always positive in sigmoid == gradient always positive or negative == all weights updates in same direction</a:t>
            </a:r>
          </a:p>
          <a:p>
            <a:r>
              <a:rPr lang="en-US" dirty="0"/>
              <a:t>Vanishing gradient: gradient becomes zero at very large inputs </a:t>
            </a:r>
            <a:r>
              <a:rPr lang="en-US" dirty="0">
                <a:sym typeface="Wingdings" pitchFamily="2" charset="2"/>
              </a:rPr>
              <a:t> not updating the weights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61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72F4AF1-FA12-F389-D4C1-ED52EF848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064" y="499835"/>
            <a:ext cx="8862592" cy="4278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4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3ABE59A-1491-E7A1-5A33-5FFED8044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2177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Overfitting vs. underfitting</a:t>
            </a:r>
          </a:p>
        </p:txBody>
      </p:sp>
      <p:pic>
        <p:nvPicPr>
          <p:cNvPr id="6" name="Picture 5" descr="A diagram of data points&#10;&#10;AI-generated content may be incorrect.">
            <a:extLst>
              <a:ext uri="{FF2B5EF4-FFF2-40B4-BE49-F238E27FC236}">
                <a16:creationId xmlns:a16="http://schemas.microsoft.com/office/drawing/2014/main" id="{4D10D2DF-37F9-36E5-F54A-6377B54C43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" y="1136650"/>
            <a:ext cx="10036629" cy="502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00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model capacity&#10;&#10;AI-generated content may be incorrect.">
            <a:extLst>
              <a:ext uri="{FF2B5EF4-FFF2-40B4-BE49-F238E27FC236}">
                <a16:creationId xmlns:a16="http://schemas.microsoft.com/office/drawing/2014/main" id="{6AF96B67-CAC1-1D44-2269-5BCEFA3C1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6462" y="580570"/>
            <a:ext cx="8550947" cy="517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30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1B3F109-CB04-A908-DAA4-216A86A9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2177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Regularization</a:t>
            </a:r>
          </a:p>
        </p:txBody>
      </p:sp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5C41B84-FD31-F023-2B57-C5D6C1124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106" y="1303792"/>
            <a:ext cx="8165567" cy="494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80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A434C7E-DDE2-9DE9-CBEB-3115FD177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2177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Weight Decay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8206B4-7007-BF85-B6FD-35212F864CAF}"/>
              </a:ext>
            </a:extLst>
          </p:cNvPr>
          <p:cNvSpPr txBox="1"/>
          <p:nvPr/>
        </p:nvSpPr>
        <p:spPr>
          <a:xfrm>
            <a:off x="620486" y="1153887"/>
            <a:ext cx="807785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Prevents of weights to become too big (add penalty term for large weights)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w = w –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η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. Gradient –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. W</a:t>
            </a:r>
          </a:p>
          <a:p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η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learning rate, </a:t>
            </a:r>
            <a:r>
              <a:rPr lang="el-GR" dirty="0">
                <a:latin typeface="Arial" panose="020B0604020202020204" pitchFamily="34" charset="0"/>
                <a:cs typeface="Arial" panose="020B0604020202020204" pitchFamily="34" charset="0"/>
              </a:rPr>
              <a:t>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= weight decay factor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3D09F01-9FBC-49B5-BD6F-C9A691C223E9}"/>
              </a:ext>
            </a:extLst>
          </p:cNvPr>
          <p:cNvSpPr txBox="1">
            <a:spLocks/>
          </p:cNvSpPr>
          <p:nvPr/>
        </p:nvSpPr>
        <p:spPr>
          <a:xfrm>
            <a:off x="6999514" y="4530728"/>
            <a:ext cx="45393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Dropout</a:t>
            </a:r>
          </a:p>
        </p:txBody>
      </p:sp>
      <p:pic>
        <p:nvPicPr>
          <p:cNvPr id="10" name="Picture 9" descr="A diagram of a network&#10;&#10;AI-generated content may be incorrect.">
            <a:extLst>
              <a:ext uri="{FF2B5EF4-FFF2-40B4-BE49-F238E27FC236}">
                <a16:creationId xmlns:a16="http://schemas.microsoft.com/office/drawing/2014/main" id="{A7A274A2-2EEC-7544-CDC6-CEBA66E2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43" y="2524128"/>
            <a:ext cx="7112000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29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6118B4-8D8C-27CC-F4BB-84B6ED636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-21771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Batch Normalization</a:t>
            </a:r>
          </a:p>
        </p:txBody>
      </p:sp>
      <p:pic>
        <p:nvPicPr>
          <p:cNvPr id="6" name="Picture 5" descr="A close-up of black text&#10;&#10;AI-generated content may be incorrect.">
            <a:extLst>
              <a:ext uri="{FF2B5EF4-FFF2-40B4-BE49-F238E27FC236}">
                <a16:creationId xmlns:a16="http://schemas.microsoft.com/office/drawing/2014/main" id="{4A450C08-4E36-646C-0964-3A25D2D61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6" y="1303792"/>
            <a:ext cx="7112000" cy="152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0B9B65-F852-949C-9A44-156F1C1A610E}"/>
              </a:ext>
            </a:extLst>
          </p:cNvPr>
          <p:cNvSpPr txBox="1"/>
          <p:nvPr/>
        </p:nvSpPr>
        <p:spPr>
          <a:xfrm>
            <a:off x="381000" y="3015343"/>
            <a:ext cx="92093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each batch for each layer, normalize inputs before implementing the activation function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activation function receives the normalized data.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FA1AEB2-B018-81D5-C3AB-EDA9BF3A14E8}"/>
              </a:ext>
            </a:extLst>
          </p:cNvPr>
          <p:cNvSpPr txBox="1">
            <a:spLocks/>
          </p:cNvSpPr>
          <p:nvPr/>
        </p:nvSpPr>
        <p:spPr>
          <a:xfrm>
            <a:off x="838200" y="349057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Other regularization techniques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D17E5E-F002-1A58-EE27-6D5E635FD456}"/>
              </a:ext>
            </a:extLst>
          </p:cNvPr>
          <p:cNvSpPr txBox="1"/>
          <p:nvPr/>
        </p:nvSpPr>
        <p:spPr>
          <a:xfrm>
            <a:off x="261258" y="4845054"/>
            <a:ext cx="9209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augmentation: rotation, adding noise, etc.</a:t>
            </a:r>
          </a:p>
        </p:txBody>
      </p:sp>
    </p:spTree>
    <p:extLst>
      <p:ext uri="{BB962C8B-B14F-4D97-AF65-F5344CB8AC3E}">
        <p14:creationId xmlns:p14="http://schemas.microsoft.com/office/powerpoint/2010/main" val="31671145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130</Words>
  <Application>Microsoft Macintosh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 Theme</vt:lpstr>
      <vt:lpstr>Week 8: Deep Learning  </vt:lpstr>
      <vt:lpstr>Multi-Layer Perceptron (MLP)</vt:lpstr>
      <vt:lpstr>Non-linear activation function</vt:lpstr>
      <vt:lpstr>PowerPoint Presentation</vt:lpstr>
      <vt:lpstr>PowerPoint Presentation</vt:lpstr>
      <vt:lpstr>Overfitting vs. underfitting</vt:lpstr>
      <vt:lpstr>PowerPoint Presentation</vt:lpstr>
      <vt:lpstr>Regularization</vt:lpstr>
      <vt:lpstr>Weight Decay</vt:lpstr>
      <vt:lpstr>Batch Normalization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Bonakdar, Sina</dc:creator>
  <cp:lastModifiedBy>Bonakdar, Sina</cp:lastModifiedBy>
  <cp:revision>3</cp:revision>
  <dcterms:created xsi:type="dcterms:W3CDTF">2026-03-23T18:22:36Z</dcterms:created>
  <dcterms:modified xsi:type="dcterms:W3CDTF">2026-03-23T19:02:05Z</dcterms:modified>
</cp:coreProperties>
</file>