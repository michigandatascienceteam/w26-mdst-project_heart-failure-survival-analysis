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167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shap.readthedocs.io/en/latest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AI Interpretation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Help understand model decisions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Improve trust and transparency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Identify important features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Debug and validate models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interpretation matters? </a:t>
            </a:r>
          </a:p>
          <a:p>
            <a:pPr lvl="1"/>
            <a:r>
              <a:rPr lang="en-US" sz="2400" dirty="0"/>
              <a:t>Black-box models are hard to trust</a:t>
            </a:r>
          </a:p>
          <a:p>
            <a:pPr lvl="1"/>
            <a:r>
              <a:rPr lang="en-US" sz="2400" dirty="0"/>
              <a:t>Needed in healthcare, finance</a:t>
            </a:r>
          </a:p>
          <a:p>
            <a:pPr lvl="1"/>
            <a:r>
              <a:rPr lang="en-US" sz="2400" dirty="0"/>
              <a:t>Supports decision-making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Types of Interpretation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Global vs Local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Feature importance methods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Example-based explanations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(local)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PLS-DA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Partial Least Squares Discriminant Analysis (PLS-DA)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Supervised classification method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Combines PLS regression with classification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Works well with high-dimensional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How PLS-DA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3337"/>
            <a:ext cx="8229600" cy="4525963"/>
          </a:xfrm>
        </p:spPr>
        <p:txBody>
          <a:bodyPr>
            <a:normAutofit/>
          </a:bodyPr>
          <a:lstStyle/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Projects data into latent space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where m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aximizes covariance between features and labels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Reduces dimensionality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Then performs classification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using latent variables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59B5C5-976F-ABC1-9D46-1B0360F918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281"/>
          <a:stretch>
            <a:fillRect/>
          </a:stretch>
        </p:blipFill>
        <p:spPr>
          <a:xfrm>
            <a:off x="687614" y="3273651"/>
            <a:ext cx="7137400" cy="31271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2E5838-BBC0-0590-AE04-BD900DC5E0EF}"/>
              </a:ext>
            </a:extLst>
          </p:cNvPr>
          <p:cNvSpPr txBox="1"/>
          <p:nvPr/>
        </p:nvSpPr>
        <p:spPr>
          <a:xfrm>
            <a:off x="87086" y="6488668"/>
            <a:ext cx="33986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Norman K. et al. Cell Mol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Bioeng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(2019)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Advantages of PLS-DA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Handles multicollinearity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(reduce dimension)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Works with small sample sizes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Interpretable latent variables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Common in bioinformatics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SHAP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SHAP =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SHapley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Additive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exPlanations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Based on game theory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xplain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predictions on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every type of ML or DL algorithm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Assigns importance to each feature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Documentation: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shap.readthedocs.io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/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en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/latest/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B8563F-9663-D766-F7FB-7E9967369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578" y="3540125"/>
            <a:ext cx="4711700" cy="276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B5E40C-F787-78E6-B585-D458323FD7F8}"/>
              </a:ext>
            </a:extLst>
          </p:cNvPr>
          <p:cNvSpPr txBox="1"/>
          <p:nvPr/>
        </p:nvSpPr>
        <p:spPr>
          <a:xfrm>
            <a:off x="631370" y="4604657"/>
            <a:ext cx="27822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Feature contribution to housing price in California: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How SHAP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958" y="1417638"/>
            <a:ext cx="8229600" cy="4525963"/>
          </a:xfrm>
        </p:spPr>
        <p:txBody>
          <a:bodyPr>
            <a:normAutofit/>
          </a:bodyPr>
          <a:lstStyle/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Considers all feature combinations</a:t>
            </a:r>
          </a:p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Calculates marginal contribution</a:t>
            </a:r>
          </a:p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Produces Shapley values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972692-8AB5-0BFE-CD2F-19C4FC1382FD}"/>
              </a:ext>
            </a:extLst>
          </p:cNvPr>
          <p:cNvSpPr txBox="1">
            <a:spLocks/>
          </p:cNvSpPr>
          <p:nvPr/>
        </p:nvSpPr>
        <p:spPr>
          <a:xfrm>
            <a:off x="598715" y="306138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SHAP Advantages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A14719-B605-0E6C-1610-D2C587010F4B}"/>
              </a:ext>
            </a:extLst>
          </p:cNvPr>
          <p:cNvSpPr txBox="1">
            <a:spLocks/>
          </p:cNvSpPr>
          <p:nvPr/>
        </p:nvSpPr>
        <p:spPr>
          <a:xfrm>
            <a:off x="527958" y="404574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Works on any model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Consistent explanations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Local and global interpretability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Strong theoretical foundation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PLS-DA vs SHAP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PLS-DA: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Model-based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Dimensionality reduction</a:t>
            </a: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SHAP: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Works with any model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Focus on feature contributions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Interpretability is essential in AI</a:t>
            </a:r>
          </a:p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PLS-DA useful for structured data</a:t>
            </a:r>
          </a:p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SHAP explains complex models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(e.g. DL algorithm)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Choose based on problem context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(compare the performance of both)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261</Words>
  <Application>Microsoft Macintosh PowerPoint</Application>
  <PresentationFormat>On-screen Show (4:3)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AI Interpretation Tools</vt:lpstr>
      <vt:lpstr>Types of Interpretation Methods</vt:lpstr>
      <vt:lpstr>PLS-DA Overview</vt:lpstr>
      <vt:lpstr>How PLS-DA Works</vt:lpstr>
      <vt:lpstr>Advantages of PLS-DA</vt:lpstr>
      <vt:lpstr>SHAP Overview</vt:lpstr>
      <vt:lpstr>How SHAP Works</vt:lpstr>
      <vt:lpstr>PLS-DA vs SHAP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Bonakdar, Sina</cp:lastModifiedBy>
  <cp:revision>17</cp:revision>
  <dcterms:created xsi:type="dcterms:W3CDTF">2013-01-27T09:14:16Z</dcterms:created>
  <dcterms:modified xsi:type="dcterms:W3CDTF">2026-03-31T18:51:24Z</dcterms:modified>
  <cp:category/>
</cp:coreProperties>
</file>